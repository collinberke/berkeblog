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40"/>
    <p:restoredTop sz="94694"/>
  </p:normalViewPr>
  <p:slideViewPr>
    <p:cSldViewPr snapToGrid="0">
      <p:cViewPr varScale="1">
        <p:scale>
          <a:sx n="152" d="100"/>
          <a:sy n="152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E2A5-CADE-1C04-69DE-13E462D77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2A8C5-2D99-8200-EE21-7CD65D654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E8991-E116-EE07-50AD-3ABF26A89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580DE-758E-304F-BF53-9CB79686629B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2C12E-5AF7-E9C0-9764-2EB3070A2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5BEAA-52AA-C7CB-5F64-29B7B02C6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E468-AD05-7C47-B6E6-C1153BB05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3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C181-D087-9832-A39A-3CD9ED173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A7013-9379-683E-F01B-5C14FAD11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ABDC2-7F33-0713-5CBC-BEC623AD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580DE-758E-304F-BF53-9CB79686629B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EBD28-9DA5-2673-8E09-B570E8FDB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3C5D0-B828-FB0E-8016-47132E11D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E468-AD05-7C47-B6E6-C1153BB05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16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DFD70-21FD-E95F-034A-4E1EB3780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C9BA4-B979-7AF7-C77C-6289C8E8A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B0306-6C36-1FE0-8520-327B5F475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580DE-758E-304F-BF53-9CB79686629B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FFBEF-8CF6-9C43-48DE-804CBB2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34994-682E-BA03-612E-F1C0FD83B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E468-AD05-7C47-B6E6-C1153BB05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5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4C8C6-EDA9-A9F8-9435-A9AB2591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8DE1B-B45D-EDCC-07B7-FDC835523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74588-C79B-FE30-AE3D-9D4B07686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832A0-79E8-5522-CBD5-0A730105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580DE-758E-304F-BF53-9CB79686629B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41F1E-5E8A-BD48-B7B6-D3B5A15F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F361D-BAE9-9A34-F9BE-F1A88711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E468-AD05-7C47-B6E6-C1153BB05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7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D5B9C-8ED5-C607-63B6-6BF25868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4B791-C556-55A0-F01B-3CE268972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A85DD-497B-1315-849E-B620F82CC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3D4B3B-A8E9-39A1-EA8C-88F770A6E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FC4E13-13D8-4C1F-FDFF-AED54C1FC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7D9FB7-6784-7CE8-2D36-CC54FD3D7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580DE-758E-304F-BF53-9CB79686629B}" type="datetimeFigureOut">
              <a:rPr lang="en-US" smtClean="0"/>
              <a:t>9/7/25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67036-DCB7-961F-428C-C7C1B580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A468A2-5908-1065-C8CA-3DA365C74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E468-AD05-7C47-B6E6-C1153BB05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78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36DE-9183-921E-B524-1425C6204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336001-0AC9-022E-9489-3A1C54A22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580DE-758E-304F-BF53-9CB79686629B}" type="datetimeFigureOut">
              <a:rPr lang="en-US" smtClean="0"/>
              <a:t>9/7/25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8D229-B4C6-A6C8-D4C1-EF6514D81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B743C-1690-B306-59BA-496CEE92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E468-AD05-7C47-B6E6-C1153BB05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971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FE9A0C-E945-4537-736D-AAB5A2C87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580DE-758E-304F-BF53-9CB79686629B}" type="datetimeFigureOut">
              <a:rPr lang="en-US" smtClean="0"/>
              <a:t>9/7/25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5E5378-F96E-C530-107A-E4B1DE57C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3315C-B5AD-5F81-54A8-0748C7A49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E468-AD05-7C47-B6E6-C1153BB05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6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524D-2A17-A2CB-3458-0319011A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7F57F-8B54-E86C-7DCA-BE1618C0E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94C3F-96B0-82AD-2608-7E43AB047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3CB2C-A897-94F4-F0BB-A35A1F774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580DE-758E-304F-BF53-9CB79686629B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92B07-0C73-FB0D-E677-ACD178CB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6646-E65E-F3DF-57F0-C545FE73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E468-AD05-7C47-B6E6-C1153BB05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19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4B0E-6A99-A574-DE6D-7F16D0E4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BC3963-4CD9-F210-B0B3-E5DE6C806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F6B3E-0A51-6197-91B4-F16F0CB4B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EC901-D042-4228-E972-202A84C4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580DE-758E-304F-BF53-9CB79686629B}" type="datetimeFigureOut">
              <a:rPr lang="en-US" smtClean="0"/>
              <a:t>9/7/25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C8E3E-38BE-CC8E-2F7A-FB1CD0D5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1551F-1895-CAEE-5A85-11B7B427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E468-AD05-7C47-B6E6-C1153BB05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39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0DEE6-31F1-FC0C-F71D-5BEE8B5C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F83DE-23C6-ADB6-EBC9-271F8D3C2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7F7DD-7B27-CC02-01BF-4542F7B4D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580DE-758E-304F-BF53-9CB79686629B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C1B86-3B7C-7471-3850-3F1BC42D6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094C6-FE2C-4348-09EC-17C2C840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E468-AD05-7C47-B6E6-C1153BB05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28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30CC2-25E7-A2BA-D4CE-C624D5C33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11863-70C6-BE1A-0A1B-2A1635192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972AC-4A3C-AC00-CC25-94270AE8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580DE-758E-304F-BF53-9CB79686629B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7C2A6-E2DD-D97C-B4AF-BAD759D8C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8991B-60B8-5B92-3A4F-8E9ED8A04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DE468-AD05-7C47-B6E6-C1153BB05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03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25D355-1189-36EE-C5D7-A553BEF66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BA98E-AE11-732B-ACA3-32296E793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FD2DE-BBE5-21A3-24D1-42954D023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580DE-758E-304F-BF53-9CB79686629B}" type="datetimeFigureOut">
              <a:rPr lang="en-US" smtClean="0"/>
              <a:t>9/7/25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48264-98C0-3593-7E6B-49DDC2E130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0D33D-7BB8-16CC-58A9-73CEEABC0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DE468-AD05-7C47-B6E6-C1153BB05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50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4C9D572-3B39-708C-12C6-0974DFA4A754}"/>
              </a:ext>
            </a:extLst>
          </p:cNvPr>
          <p:cNvSpPr/>
          <p:nvPr/>
        </p:nvSpPr>
        <p:spPr>
          <a:xfrm>
            <a:off x="2719137" y="2146300"/>
            <a:ext cx="4648200" cy="2565400"/>
          </a:xfrm>
          <a:prstGeom prst="ellipse">
            <a:avLst/>
          </a:prstGeom>
          <a:noFill/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C89C78F-5174-4A2E-3C87-F1E7AE70C155}"/>
              </a:ext>
            </a:extLst>
          </p:cNvPr>
          <p:cNvSpPr/>
          <p:nvPr/>
        </p:nvSpPr>
        <p:spPr>
          <a:xfrm>
            <a:off x="5650832" y="2146300"/>
            <a:ext cx="4648200" cy="2565400"/>
          </a:xfrm>
          <a:prstGeom prst="ellipse">
            <a:avLst/>
          </a:prstGeom>
          <a:noFill/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09EC3-2D11-D985-54EC-DEAD9065F0C0}"/>
              </a:ext>
            </a:extLst>
          </p:cNvPr>
          <p:cNvSpPr txBox="1"/>
          <p:nvPr/>
        </p:nvSpPr>
        <p:spPr>
          <a:xfrm>
            <a:off x="2919664" y="1093316"/>
            <a:ext cx="34410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Interacted with the marketing campaign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8A28E-0651-F6EB-5690-7AB866B4B81C}"/>
              </a:ext>
            </a:extLst>
          </p:cNvPr>
          <p:cNvSpPr txBox="1"/>
          <p:nvPr/>
        </p:nvSpPr>
        <p:spPr>
          <a:xfrm>
            <a:off x="6617369" y="4968223"/>
            <a:ext cx="34410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Partook in the sales premium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DC9A6-C7DE-3CF7-2539-03DF312FDF5E}"/>
              </a:ext>
            </a:extLst>
          </p:cNvPr>
          <p:cNvSpPr txBox="1"/>
          <p:nvPr/>
        </p:nvSpPr>
        <p:spPr>
          <a:xfrm>
            <a:off x="3045996" y="3222231"/>
            <a:ext cx="2277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1,853 (.1853)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20554-07BA-38E5-88EB-03E6E1F80627}"/>
              </a:ext>
            </a:extLst>
          </p:cNvPr>
          <p:cNvSpPr txBox="1"/>
          <p:nvPr/>
        </p:nvSpPr>
        <p:spPr>
          <a:xfrm>
            <a:off x="7978943" y="3223347"/>
            <a:ext cx="1760620" cy="459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531 (.0531)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28DEED-C15F-B181-978E-535792C0A776}"/>
              </a:ext>
            </a:extLst>
          </p:cNvPr>
          <p:cNvSpPr txBox="1"/>
          <p:nvPr/>
        </p:nvSpPr>
        <p:spPr>
          <a:xfrm>
            <a:off x="5650832" y="3037564"/>
            <a:ext cx="1760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725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(.0725)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DE32C2-82B3-039F-0676-CD2F5E90318B}"/>
              </a:ext>
            </a:extLst>
          </p:cNvPr>
          <p:cNvSpPr txBox="1"/>
          <p:nvPr/>
        </p:nvSpPr>
        <p:spPr>
          <a:xfrm>
            <a:off x="-122321" y="6098490"/>
            <a:ext cx="4285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Sales not related to campaign or premium = 8,678 (.8678)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E5E1EED2-E030-1BBB-2C05-B3F9D7962CDB}"/>
              </a:ext>
            </a:extLst>
          </p:cNvPr>
          <p:cNvSpPr/>
          <p:nvPr/>
        </p:nvSpPr>
        <p:spPr>
          <a:xfrm rot="5400000">
            <a:off x="4627738" y="3385661"/>
            <a:ext cx="830997" cy="3441030"/>
          </a:xfrm>
          <a:prstGeom prst="rightBrace">
            <a:avLst>
              <a:gd name="adj1" fmla="val 8333"/>
              <a:gd name="adj2" fmla="val 50699"/>
            </a:avLst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496FE0-A79B-E3E9-0D72-229170E7AD75}"/>
              </a:ext>
            </a:extLst>
          </p:cNvPr>
          <p:cNvSpPr txBox="1"/>
          <p:nvPr/>
        </p:nvSpPr>
        <p:spPr>
          <a:xfrm>
            <a:off x="3924300" y="5654131"/>
            <a:ext cx="2091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2,578 (.2578)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62FCE959-3DA0-2698-115D-BBABDD6DE215}"/>
              </a:ext>
            </a:extLst>
          </p:cNvPr>
          <p:cNvSpPr/>
          <p:nvPr/>
        </p:nvSpPr>
        <p:spPr>
          <a:xfrm rot="16200000">
            <a:off x="7559433" y="177209"/>
            <a:ext cx="830997" cy="3441030"/>
          </a:xfrm>
          <a:prstGeom prst="rightBrace">
            <a:avLst>
              <a:gd name="adj1" fmla="val 8333"/>
              <a:gd name="adj2" fmla="val 50699"/>
            </a:avLst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87C4A0-32CA-3295-02CA-63A3CA943649}"/>
              </a:ext>
            </a:extLst>
          </p:cNvPr>
          <p:cNvSpPr txBox="1"/>
          <p:nvPr/>
        </p:nvSpPr>
        <p:spPr>
          <a:xfrm>
            <a:off x="6886073" y="994869"/>
            <a:ext cx="2177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1,256 (.1256)</a:t>
            </a:r>
          </a:p>
        </p:txBody>
      </p:sp>
    </p:spTree>
    <p:extLst>
      <p:ext uri="{BB962C8B-B14F-4D97-AF65-F5344CB8AC3E}">
        <p14:creationId xmlns:p14="http://schemas.microsoft.com/office/powerpoint/2010/main" val="2269351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42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Collin Berke</dc:creator>
  <cp:lastModifiedBy>Collin Berke</cp:lastModifiedBy>
  <cp:revision>5</cp:revision>
  <dcterms:created xsi:type="dcterms:W3CDTF">2025-09-07T17:27:54Z</dcterms:created>
  <dcterms:modified xsi:type="dcterms:W3CDTF">2025-09-07T19:25:21Z</dcterms:modified>
</cp:coreProperties>
</file>